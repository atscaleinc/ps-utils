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55448"/>
            <a:ext cx="2926080" cy="2926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64592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4D8"/>
                </a:solidFill>
              </a:rPr>
              <a:t>TRACK 3  ·  SYNTHETIC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Synthetic Data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AEC0"/>
                </a:solidFill>
              </a:rPr>
              <a:t>From live database statistics to reproducible synthetic data — zero raw values, full statistical 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A8D"/>
                </a:solidFill>
              </a:rPr>
              <a:t>WHAT THIS TRACK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4419" y="1801368"/>
            <a:ext cx="1234440" cy="1005840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19" y="1801368"/>
            <a:ext cx="12344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5" y="1874519"/>
            <a:ext cx="1161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extract-data-
shape-from-
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8980" y="1801368"/>
            <a:ext cx="1234440" cy="1005840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8980" y="1801368"/>
            <a:ext cx="1234440" cy="36576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5556" y="1874519"/>
            <a:ext cx="1161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278"/>
                </a:solidFill>
              </a:rPr>
              <a:t>generate-ddl-
from-
data-shape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0580" y="1801368"/>
            <a:ext cx="1234440" cy="1005840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0580" y="1801368"/>
            <a:ext cx="1234440" cy="36576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7156" y="1874519"/>
            <a:ext cx="1161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278"/>
                </a:solidFill>
              </a:rPr>
              <a:t>generate-data-
from-
data-shape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5140" y="1801368"/>
            <a:ext cx="1234440" cy="1005840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5140" y="1801368"/>
            <a:ext cx="12344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1716" y="1874519"/>
            <a:ext cx="1161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55F7"/>
                </a:solidFill>
              </a:rPr>
              <a:t>generate-data-
to-
connection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71216"/>
            <a:ext cx="2743200" cy="274320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" y="289864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→  data-shape.yaml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871216"/>
            <a:ext cx="2743200" cy="274320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289864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278"/>
                </a:solidFill>
              </a:rPr>
              <a:t>→  schema.sql  +  CSV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871216"/>
            <a:ext cx="2743200" cy="274320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89864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55F7"/>
                </a:solidFill>
              </a:rPr>
              <a:t>→  database loaded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64408"/>
            <a:ext cx="2743200" cy="1618488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264408"/>
            <a:ext cx="59436" cy="1618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355848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FINGERPRINT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3602736"/>
            <a:ext cx="24871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Reads your SML model and live database. Profiles hierarchy depths, rollup ratios, measure distributions, and FK associations — without storing any actual data values.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264408"/>
            <a:ext cx="2743200" cy="1618488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264408"/>
            <a:ext cx="59436" cy="1618488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64992" y="3355848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278"/>
                </a:solidFill>
              </a:rPr>
              <a:t>DATA GENERATION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3602736"/>
            <a:ext cx="24871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Generate DDL for any target dialect, then produce synthetic CSVs at any scale. Use --scale-factor to control size and --seed for fully reproducible output.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264408"/>
            <a:ext cx="2743200" cy="1618488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3264408"/>
            <a:ext cx="59436" cy="1618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3355848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</a:rPr>
              <a:t>ALL-IN-ONE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3602736"/>
            <a:ext cx="24871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Skip intermediate files entirely. Generate synthetic data in-memory and load directly into a target database in a single command.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EC0"/>
                </a:solidFill>
              </a:rPr>
              <a:t>PS Template Workflow Tutorials  ·  Track 3 of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492861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736" y="0"/>
            <a:ext cx="41148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SYNTHETIC DATA GENERATION  //  TRACK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" y="3657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Synthetic
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" y="14630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Real production data cannot leave the environment. No PII, no compliance risk — a statistically equivalent copy, fully reproducible.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" y="2286000"/>
            <a:ext cx="1783080" cy="2423160"/>
          </a:xfrm>
          <a:prstGeom prst="rect">
            <a:avLst/>
          </a:prstGeom>
          <a:solidFill>
            <a:srgbClr val="1628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" y="2487168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" y="3913632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actual data values
stored in the fingerprint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365760"/>
            <a:ext cx="2221992" cy="4503420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75688" y="365760"/>
            <a:ext cx="222199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475488"/>
            <a:ext cx="2075688" cy="18288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475488"/>
            <a:ext cx="2075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749808"/>
            <a:ext cx="2039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From Days to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261872"/>
            <a:ext cx="2039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No raw values are captured. The fingerprint stores only statistical shapes — cardinalities, distribution percentiles, correlation coefficients. Nothing that can be reversed to real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5760"/>
            <a:ext cx="2221992" cy="4503420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5760"/>
            <a:ext cx="2221992" cy="50292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475488"/>
            <a:ext cx="2075688" cy="18288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475488"/>
            <a:ext cx="2075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278"/>
                </a:solidFill>
              </a:rPr>
              <a:t>FIDELITY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749808"/>
            <a:ext cx="2039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Enforced Coding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1261872"/>
            <a:ext cx="2039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Hierarchy depths, rollup ratios, measure distributions, and FK associations are preserved. The synthetic model behaves analytically like the original.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365760"/>
            <a:ext cx="2221992" cy="4503420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10528" y="365760"/>
            <a:ext cx="2221992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475488"/>
            <a:ext cx="2075688" cy="18288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8"/>
            <a:ext cx="2075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55F7"/>
                </a:solidFill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749808"/>
            <a:ext cx="2039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Built-in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261872"/>
            <a:ext cx="20391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Pass --seed and get the same dataset every time — across machines, across runs, across teams. Ideal for CI/CD pipelines and shared test environments.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491032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873752"/>
            <a:ext cx="7360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EC0"/>
                </a:solidFill>
              </a:rPr>
              <a:t>4 CLI operations  ·  works with Snowflake, BigQuery, PostgreSQL  ·  deterministic seeded output  ·  built-in audit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55448"/>
            <a:ext cx="2926080" cy="2926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64592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4D8"/>
                </a:solidFill>
              </a:rPr>
              <a:t>TRACK 3  ·  SYNTHETIC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Four Things This Track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3931920" cy="795528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50292" cy="7955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7101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Extract the Fingerprint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4904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Reads your SML model + live DB. Captures hierarchy cardinalities, rollup ratios, density distributions, and measure correlations — zero raw values.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2"/>
            <a:ext cx="3931920" cy="795528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84832"/>
            <a:ext cx="50292" cy="795528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1488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278"/>
                </a:solidFill>
              </a:rPr>
              <a:t>Reconstruct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368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Deterministically emit CREATE TABLE statements from the fingerprint for any SQL dialect. No database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62656"/>
            <a:ext cx="3931920" cy="795528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962656"/>
            <a:ext cx="50292" cy="795528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302666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278"/>
                </a:solidFill>
              </a:rPr>
              <a:t>Generate Synthetic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Top-down hierarchy walk + Gaussian copula for correlated measures. Seeded PRNG for fully reproducible CSV output.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3931920" cy="795528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40480"/>
            <a:ext cx="50292" cy="7955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9044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Load Directly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41239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Combined pipeline — generate in-memory and INSERT into a target database in one command. Scale from 1% to 100% of original size.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1207008"/>
            <a:ext cx="4297680" cy="3456432"/>
          </a:xfrm>
          <a:prstGeom prst="rect">
            <a:avLst/>
          </a:prstGeom>
          <a:solidFill>
            <a:srgbClr val="13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3258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Fingerprinting Engine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69164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Hierarchy chain profiling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187452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cardinality, rollup ratio, tier buckets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09397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Fat-head detection (Q1-Q4)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276856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top-quartile parents vs. long-tail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49631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Leaf-level fact density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67919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rows-per-member distribution shape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89864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Measure column profiling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081528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percentiles, null fraction, additivity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30098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Gaussian copula correlations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483864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Pearson r preserved across measures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7033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FK association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88620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joint distribution constraints for FKs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10565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&gt;  Obfuscated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288536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   D1, D1.H1.L3, F1, M1 — no real names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EC0"/>
                </a:solidFill>
              </a:rPr>
              <a:t>PS Template Workflow Tutorials  ·  Track 3 of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492861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55448"/>
            <a:ext cx="2926080" cy="2926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64592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4D8"/>
                </a:solidFill>
              </a:rPr>
              <a:t>TRACK 3  ·  SYNTHETIC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Pick Your Starting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1051560" cy="6766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143000"/>
            <a:ext cx="1051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6"/>
                </a:solidFill>
              </a:rPr>
              <a:t>FINGERPRINT
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143000"/>
            <a:ext cx="96012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188720"/>
            <a:ext cx="868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SML Model
+ Live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344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143000"/>
            <a:ext cx="365760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52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extract-data-shape-from-connection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344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59" y="1143000"/>
            <a:ext cx="86868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188720"/>
            <a:ext cx="795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data-shape
.yaml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01952"/>
            <a:ext cx="1051560" cy="676656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1901952"/>
            <a:ext cx="1051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6"/>
                </a:solidFill>
              </a:rPr>
              <a:t>DDL
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1901952"/>
            <a:ext cx="96012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1947672"/>
            <a:ext cx="868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278"/>
                </a:solidFill>
              </a:rPr>
              <a:t>data-shape
.yaml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1031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27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1901952"/>
            <a:ext cx="365760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278"/>
                </a:solidFill>
              </a:rPr>
              <a:t>generate-ddl-from-data-shape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031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27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59" y="1901952"/>
            <a:ext cx="86868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1947672"/>
            <a:ext cx="795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278"/>
                </a:solidFill>
              </a:rPr>
              <a:t>schema
.sql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660904"/>
            <a:ext cx="1051560" cy="676656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2660904"/>
            <a:ext cx="1051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6"/>
                </a:solidFill>
              </a:rPr>
              <a:t>CSV
PATH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2660904"/>
            <a:ext cx="96012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2706624"/>
            <a:ext cx="868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278"/>
                </a:solidFill>
              </a:rPr>
              <a:t>data-shape
.yaml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8620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278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660904"/>
            <a:ext cx="365760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27706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278"/>
                </a:solidFill>
              </a:rPr>
              <a:t>generate-data-from-data-shape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620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27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59" y="2660904"/>
            <a:ext cx="86868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2EC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2706624"/>
            <a:ext cx="795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278"/>
                </a:solidFill>
              </a:rPr>
              <a:t>CSV
files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419856"/>
            <a:ext cx="1051560" cy="67665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3419856"/>
            <a:ext cx="1051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F36"/>
                </a:solidFill>
              </a:rPr>
              <a:t>DIRECT
PATH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3419856"/>
            <a:ext cx="96012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25880" y="3465575"/>
            <a:ext cx="868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</a:rPr>
              <a:t>data-shape
.yaml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6210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5F7"/>
                </a:solidFill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3419856"/>
            <a:ext cx="365760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35295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</a:rPr>
              <a:t>generate-data-from-data-shape-to-connection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6210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5F7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59" y="3419856"/>
            <a:ext cx="868680" cy="676656"/>
          </a:xfrm>
          <a:prstGeom prst="rect">
            <a:avLst/>
          </a:prstGeom>
          <a:solidFill>
            <a:srgbClr val="132D4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4536" y="3465575"/>
            <a:ext cx="7955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</a:rPr>
              <a:t>database
loaded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663440"/>
            <a:ext cx="16459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663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Source / 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20" y="4663440"/>
            <a:ext cx="164592" cy="164592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75688" y="4663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CLI Operation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4663440"/>
            <a:ext cx="164592" cy="164592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67328" y="4663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File Output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4663440"/>
            <a:ext cx="164592" cy="1645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58968" y="4663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Direct Load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459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EC0"/>
                </a:solidFill>
              </a:rPr>
              <a:t>PS Template Workflow Tutorials  ·  Track 3 of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" y="492861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55448"/>
            <a:ext cx="2926080" cy="292608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64592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4D8"/>
                </a:solidFill>
              </a:rPr>
              <a:t>TRACK 3  ·  SYNTHETIC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Try It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54864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0584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F36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0607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Extract the statistical fingerprint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353312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EC0"/>
                </a:solidFill>
              </a:rPr>
              <a:t>Pulls hierarchy shapes, rollup ratios, measure distributions from the live 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005840"/>
            <a:ext cx="5376672" cy="822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051560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</a:rPr>
              <a:t>$ ./atscale-utils extract-data-shape-from-connection \
  --connection-file ./connections.yaml \
  --connection-name snow_adventure \
  --sml-path ./demo/sml-output \
  --output-file ./demo/data-shape.yaml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83664"/>
            <a:ext cx="548640" cy="822960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883664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F36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1938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278"/>
                </a:solidFill>
              </a:rPr>
              <a:t>Generate the synthetic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231136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EC0"/>
                </a:solidFill>
              </a:rPr>
              <a:t>Emits CREATE TABLE statements from the fingerprint — no database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883664"/>
            <a:ext cx="5376672" cy="822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929384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</a:rPr>
              <a:t>$ ./atscale-utils generate-ddl-from-data-shape \
  --input-file ./demo/data-shape.yaml \
  --dialect snowflake \
  --output-file ./demo/schema.sql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761488"/>
            <a:ext cx="548640" cy="822960"/>
          </a:xfrm>
          <a:prstGeom prst="rect">
            <a:avLst/>
          </a:prstGeom>
          <a:solidFill>
            <a:srgbClr val="2E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2761488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F36"/>
                </a:solidFill>
              </a:rPr>
              <a:t>ALT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8163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278"/>
                </a:solidFill>
              </a:rPr>
              <a:t>Generate synthetic CSVs at any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08960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EC0"/>
                </a:solidFill>
              </a:rPr>
              <a:t>Seeded PRNG — same seed, same data every time. Use scale-factor to size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761488"/>
            <a:ext cx="5376672" cy="822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2807208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</a:rPr>
              <a:t>$ ./atscale-utils generate-data-from-data-shape \
  --input-file ./demo/data-shape.yaml \
  --output-dir ./demo/synthetic-data \
  --scale-factor 0.1 --seed 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639312"/>
            <a:ext cx="548640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3639312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F36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694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Generate &amp; load in one 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86784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AEC0"/>
                </a:solidFill>
              </a:rPr>
              <a:t>Skips intermediate files — generates in-memory and inserts directly.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639312"/>
            <a:ext cx="5376672" cy="822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685032"/>
            <a:ext cx="5239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B4D8"/>
                </a:solidFill>
              </a:rPr>
              <a:t>$ ./atscale-utils generate-data-from-data-shape-to-connection \
  --connection-file ./connections.yaml \
  --connection-name snow_adventure \
  --input-file ./demo/data-shape.yaml \
  --scale-factor 0.1 --seed 42 --create-tables true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EC0"/>
                </a:solidFill>
              </a:rPr>
              <a:t>PS Template Workflow Tutorials  ·  Track 3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492861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"/>
            <a:ext cx="2194560" cy="329184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B4D8"/>
                </a:solidFill>
              </a:rPr>
              <a:t>SYNTHETIC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6060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88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Questions? Let's talk.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AtScale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66344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A8D"/>
                </a:solidFill>
              </a:rPr>
              <a:t>@atscale/ps-utils  |  Professional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